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RESERVAS CLOUD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651052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Módulo 2 · Arquitecto Cloud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60120"/>
            <a:ext cx="1078992" cy="1078992"/>
          </a:xfrm>
          <a:prstGeom prst="roundRect">
            <a:avLst>
              <a:gd name="adj" fmla="val 10169"/>
            </a:avLst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1170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FFF"/>
                </a:solidFill>
              </a:rPr>
              <a:t>☁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2304288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Reservas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7307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Arquitectura de microservicios · FastAPI · Docker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18120" y="11430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727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EF1"/>
                </a:solidFill>
              </a:rPr>
              <a:t>MVP IMPLEMENTADO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2240280"/>
            <a:ext cx="256032" cy="256032"/>
          </a:xfrm>
          <a:prstGeom prst="ellipse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2128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2 microservicios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2971800"/>
            <a:ext cx="256032" cy="256032"/>
          </a:xfrm>
          <a:prstGeom prst="ellipse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9443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703320"/>
            <a:ext cx="256032" cy="25603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36758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2/2 tests aprobados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4434840"/>
            <a:ext cx="256032" cy="256032"/>
          </a:xfrm>
          <a:prstGeom prst="ellipse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44074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100 requests · 0 errores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4983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Evaluación Módulo 2 · Bootcamp Arquitecto 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Francisco Lledo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objetivo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Alcance mínimo implementado según la consigna del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" cy="43434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Necesidad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20824"/>
            <a:ext cx="306324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Construir un sistema de reservas que permita crear, consultar y cancelar reservas de espacios o recursos.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64008" cy="4343400"/>
          </a:xfrm>
          <a:prstGeom prst="rect">
            <a:avLst/>
          </a:prstGeom>
          <a:solidFill>
            <a:srgbClr val="13B5C8"/>
          </a:solidFill>
          <a:ln w="12700">
            <a:solidFill>
              <a:srgbClr val="13B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002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Objetivo arquitectónico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020824"/>
            <a:ext cx="306324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Separar responsabilidades mediante microservicios y proporcionar una base modular, mantenible y preparada para evolucionar.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417320"/>
            <a:ext cx="64008" cy="4343400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6002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Criterios demostrados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0184" y="2020824"/>
            <a:ext cx="306324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Gestión de reservas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Autenticación básica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Contenerización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Pruebas automatizadas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Prueba básica de carga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Documentación técnica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implementada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Dos microservicios independientes ejecutados mediante Docker Compose</a:t>
            </a:r>
            <a:endParaRPr lang="en-US" sz="1300" dirty="0"/>
          </a:p>
        </p:txBody>
      </p:sp>
      <p:pic>
        <p:nvPicPr>
          <p:cNvPr id="4" name="Image 0" descr="/mnt/data/wide_clean_infographic_diagram_on_a_white_back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61872"/>
            <a:ext cx="1092708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técnica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Tecnologías y responsabilidades principales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64008" cy="443484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54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Reservation 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975104"/>
            <a:ext cx="3017520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Puerto 8001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POST /reservations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GET /reservations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GET /reservations/{id}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DELETE /reservations/{id}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GET /health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Modelo de datos con Pydantic y UUID.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71600"/>
            <a:ext cx="64008" cy="4434840"/>
          </a:xfrm>
          <a:prstGeom prst="rect">
            <a:avLst/>
          </a:prstGeom>
          <a:solidFill>
            <a:srgbClr val="13B5C8"/>
          </a:solidFill>
          <a:ln w="12700">
            <a:solidFill>
              <a:srgbClr val="13B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54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Auth Service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1975104"/>
            <a:ext cx="3017520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Puerto 8002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POST /login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GET /health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Autenticación básica para demostrar separación de responsabilidades. No se presenta como mecanismo productivo.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37160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371600"/>
            <a:ext cx="64008" cy="4434840"/>
          </a:xfrm>
          <a:prstGeom prst="rect">
            <a:avLst/>
          </a:prstGeom>
          <a:solidFill>
            <a:srgbClr val="18A66A"/>
          </a:solidFill>
          <a:ln w="12700">
            <a:solidFill>
              <a:srgbClr val="18A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54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Contenedores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1975104"/>
            <a:ext cx="3017520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Python 3.14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FastAPI + Uvicorn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Docker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Docker Compose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Pytest + HTTPX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Cada servicio posee su Dockerfile y puede ejecutarse de manera independiente.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y flujo de reservas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Estructura mínima del dominio implementado</a:t>
            </a:r>
            <a:endParaRPr lang="en-US" sz="1300" dirty="0"/>
          </a:p>
        </p:txBody>
      </p:sp>
      <p:pic>
        <p:nvPicPr>
          <p:cNvPr id="4" name="Image 0" descr="/mnt/data/a_clean_infographic_diagram_on_white_background_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731520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444752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3880" y="1444752"/>
            <a:ext cx="64008" cy="196596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1627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Flujo principal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0" y="2048256"/>
            <a:ext cx="297180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1. Cliente envía datos de reserva.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2. Pydantic valida la entrada.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3. Se genera un UUID.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4. La reserva queda disponible para consulta/cancelación.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83880" y="3703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83880" y="3703320"/>
            <a:ext cx="64008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0" y="3886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Decisión MVP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0" y="4306824"/>
            <a:ext cx="29718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Las reservas se almacenan en memoria. Esto reduce complejidad para la evaluación, pero los datos se pierden al reiniciar y limita el escalamiento horizontal real.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y resultados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Validación funcional y comprobación básica de carga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7"/>
                </a:solidFill>
              </a:rPr>
              <a:t>Pruebas automatizadas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395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A66A"/>
                </a:solidFill>
              </a:rPr>
              <a:t>2 /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880360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pruebas aprobadas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43891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Crear una reserva: PASSED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Listar reservas: PASSED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0 pruebas fallidas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Tiempo: 1,18 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7"/>
                </a:solidFill>
              </a:rPr>
              <a:t>Prueba básica de carga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395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A66A"/>
                </a:solidFill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458200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tasa de éxito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3891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100 solicitudes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100 exitosas · 0 errores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Tiempo total: 3,82 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</a:rPr>
              <a:t>Rendimiento: 26,16 req/s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</a:rPr>
              <a:t>Nota: prueba secuencial y local; no representa capacidad productiva ni concurrencia real.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Limitaciones y evolución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Qué demuestra el MVP y qué requeriría una versión productiva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64008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361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Limitaciones actuales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956816"/>
            <a:ext cx="480060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Persistencia en memoria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Autenticación demostrativa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Sin API Gateway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Sin balanceador de carga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Sin autoescalado real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Sin infraestructura cloud desplegada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Prueba de carga local y secuencial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53312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353312"/>
            <a:ext cx="64008" cy="4526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361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</a:rPr>
              <a:t>Evolución propuesta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1956816"/>
            <a:ext cx="480060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Base de datos administrada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JWT/OAuth2 o proveedor de identidad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HTTPS/TLS y gestión de secretos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API Gateway / Load Balancer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Escalamiento horizontal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Observabilidad y métricas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Pruebas concurrentes y de estrés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Resultado del prototipo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10469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874520"/>
            <a:ext cx="97840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Se implementó una arquitectura funcional con dos microservicios independientes.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El Reservation Service permite crear, consultar y cancelar reservas.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Docker Compose permite construir y ejecutar ambos servicios de forma reproducible.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Las pruebas automatizadas finalizaron 2/2 y la prueba de carga básica completó 100/100 solicitudes sin errores.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B4D"/>
                </a:solidFill>
              </a:rPr>
              <a:t>Las limitaciones del MVP están identificadas y existe una ruta clara hacia persistencia, seguridad y escalamiento productivo.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6EF1"/>
                </a:solidFill>
              </a:rPr>
              <a:t>Código, documentación, diagramas y evidencias disponibles en GitHub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4864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B67"/>
                </a:solidFill>
              </a:rPr>
              <a:t>github.com/FcoLledo/sistema-reservas-cloud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Bootcamp Arquitecto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Reservas Cloud</dc:title>
  <dc:subject>Evaluación Módulo 2 - Arquitecto Cloud</dc:subject>
  <dc:creator>Francisco Lledo</dc:creator>
  <cp:lastModifiedBy>Francisco Lledo</cp:lastModifiedBy>
  <cp:revision>1</cp:revision>
  <dcterms:created xsi:type="dcterms:W3CDTF">2026-09-21T13:19:48Z</dcterms:created>
  <dcterms:modified xsi:type="dcterms:W3CDTF">2026-09-21T13:19:48Z</dcterms:modified>
</cp:coreProperties>
</file>